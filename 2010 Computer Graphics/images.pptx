
<file path=[Content_Types].xml><?xml version="1.0" encoding="utf-8"?>
<Types xmlns="http://schemas.openxmlformats.org/package/2006/content-types"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9144000" cy="6858000" type="screen4x3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25" d="100"/>
          <a:sy n="125" d="100"/>
        </p:scale>
        <p:origin x="-1272" y="-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 smtClean="0"/>
              <a:t>按一下以編輯母片副標題樣式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8670D3-FD4B-4006-9190-E60CE20A31A5}" type="datetimeFigureOut">
              <a:rPr lang="zh-TW" altLang="en-US" smtClean="0"/>
              <a:t>2010/9/16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01D86D-1690-4C40-B4FE-2F9141DB96C7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8670D3-FD4B-4006-9190-E60CE20A31A5}" type="datetimeFigureOut">
              <a:rPr lang="zh-TW" altLang="en-US" smtClean="0"/>
              <a:t>2010/9/16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01D86D-1690-4C40-B4FE-2F9141DB96C7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8670D3-FD4B-4006-9190-E60CE20A31A5}" type="datetimeFigureOut">
              <a:rPr lang="zh-TW" altLang="en-US" smtClean="0"/>
              <a:t>2010/9/16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01D86D-1690-4C40-B4FE-2F9141DB96C7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8670D3-FD4B-4006-9190-E60CE20A31A5}" type="datetimeFigureOut">
              <a:rPr lang="zh-TW" altLang="en-US" smtClean="0"/>
              <a:t>2010/9/16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01D86D-1690-4C40-B4FE-2F9141DB96C7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8670D3-FD4B-4006-9190-E60CE20A31A5}" type="datetimeFigureOut">
              <a:rPr lang="zh-TW" altLang="en-US" smtClean="0"/>
              <a:t>2010/9/16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01D86D-1690-4C40-B4FE-2F9141DB96C7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8670D3-FD4B-4006-9190-E60CE20A31A5}" type="datetimeFigureOut">
              <a:rPr lang="zh-TW" altLang="en-US" smtClean="0"/>
              <a:t>2010/9/16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01D86D-1690-4C40-B4FE-2F9141DB96C7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8670D3-FD4B-4006-9190-E60CE20A31A5}" type="datetimeFigureOut">
              <a:rPr lang="zh-TW" altLang="en-US" smtClean="0"/>
              <a:t>2010/9/16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01D86D-1690-4C40-B4FE-2F9141DB96C7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8670D3-FD4B-4006-9190-E60CE20A31A5}" type="datetimeFigureOut">
              <a:rPr lang="zh-TW" altLang="en-US" smtClean="0"/>
              <a:t>2010/9/16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01D86D-1690-4C40-B4FE-2F9141DB96C7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8670D3-FD4B-4006-9190-E60CE20A31A5}" type="datetimeFigureOut">
              <a:rPr lang="zh-TW" altLang="en-US" smtClean="0"/>
              <a:t>2010/9/16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01D86D-1690-4C40-B4FE-2F9141DB96C7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8670D3-FD4B-4006-9190-E60CE20A31A5}" type="datetimeFigureOut">
              <a:rPr lang="zh-TW" altLang="en-US" smtClean="0"/>
              <a:t>2010/9/16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01D86D-1690-4C40-B4FE-2F9141DB96C7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8670D3-FD4B-4006-9190-E60CE20A31A5}" type="datetimeFigureOut">
              <a:rPr lang="zh-TW" altLang="en-US" smtClean="0"/>
              <a:t>2010/9/16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01D86D-1690-4C40-B4FE-2F9141DB96C7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8670D3-FD4B-4006-9190-E60CE20A31A5}" type="datetimeFigureOut">
              <a:rPr lang="zh-TW" altLang="en-US" smtClean="0"/>
              <a:t>2010/9/16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01D86D-1690-4C40-B4FE-2F9141DB96C7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675877" y="1810053"/>
            <a:ext cx="864096" cy="360040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0" y="0"/>
            <a:ext cx="9144000" cy="1484784"/>
          </a:xfrm>
        </p:spPr>
        <p:txBody>
          <a:bodyPr>
            <a:noAutofit/>
          </a:bodyPr>
          <a:lstStyle/>
          <a:p>
            <a:r>
              <a:rPr lang="en-US" altLang="zh-TW" sz="8800" dirty="0" smtClean="0">
                <a:ln w="18415" cmpd="sng">
                  <a:solidFill>
                    <a:srgbClr val="FFFFFF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</a:rPr>
              <a:t>Computer Graphics</a:t>
            </a:r>
            <a:endParaRPr lang="zh-TW" altLang="en-US" sz="8800" dirty="0">
              <a:ln w="18415" cmpd="sng">
                <a:solidFill>
                  <a:srgbClr val="FFFFFF"/>
                </a:solidFill>
                <a:prstDash val="solid"/>
              </a:ln>
              <a:solidFill>
                <a:srgbClr val="FFFFFF"/>
              </a:solidFill>
              <a:effectLst>
                <a:outerShdw blurRad="63500" dir="3600000" algn="tl" rotWithShape="0">
                  <a:srgbClr val="000000">
                    <a:alpha val="70000"/>
                  </a:srgbClr>
                </a:outerShdw>
              </a:effectLst>
            </a:endParaRPr>
          </a:p>
        </p:txBody>
      </p:sp>
      <p:sp>
        <p:nvSpPr>
          <p:cNvPr id="5" name="矩形 4"/>
          <p:cNvSpPr/>
          <p:nvPr/>
        </p:nvSpPr>
        <p:spPr>
          <a:xfrm>
            <a:off x="611560" y="1628800"/>
            <a:ext cx="1007968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TW" sz="3600" b="1" cap="none" spc="0" dirty="0" smtClean="0">
                <a:ln w="3175" cmpd="sng">
                  <a:solidFill>
                    <a:schemeClr val="bg1"/>
                  </a:solidFill>
                  <a:prstDash val="solid"/>
                  <a:miter lim="800000"/>
                </a:ln>
                <a:gradFill rotWithShape="1">
                  <a:gsLst>
                    <a:gs pos="0">
                      <a:srgbClr val="000000">
                        <a:tint val="92000"/>
                        <a:shade val="100000"/>
                        <a:satMod val="150000"/>
                      </a:srgbClr>
                    </a:gs>
                    <a:gs pos="49000">
                      <a:srgbClr val="000000">
                        <a:tint val="89000"/>
                        <a:shade val="90000"/>
                        <a:satMod val="150000"/>
                      </a:srgbClr>
                    </a:gs>
                    <a:gs pos="50000">
                      <a:srgbClr val="000000">
                        <a:tint val="100000"/>
                        <a:shade val="75000"/>
                        <a:satMod val="150000"/>
                      </a:srgbClr>
                    </a:gs>
                    <a:gs pos="95000">
                      <a:srgbClr val="000000">
                        <a:shade val="47000"/>
                        <a:satMod val="150000"/>
                      </a:srgbClr>
                    </a:gs>
                    <a:gs pos="100000">
                      <a:srgbClr val="000000">
                        <a:shade val="39000"/>
                        <a:satMod val="150000"/>
                      </a:srgbClr>
                    </a:gs>
                  </a:gsLst>
                  <a:lin ang="5400000"/>
                </a:gradFill>
                <a:effectLst>
                  <a:outerShdw blurRad="50800" algn="tl" rotWithShape="0">
                    <a:srgbClr val="000000"/>
                  </a:outerShdw>
                </a:effectLst>
              </a:rPr>
              <a:t>new</a:t>
            </a:r>
            <a:endParaRPr lang="zh-TW" altLang="en-US" sz="3600" b="1" cap="none" spc="0" dirty="0">
              <a:ln w="3175" cmpd="sng">
                <a:solidFill>
                  <a:schemeClr val="bg1"/>
                </a:solidFill>
                <a:prstDash val="solid"/>
                <a:miter lim="800000"/>
              </a:ln>
              <a:gradFill rotWithShape="1">
                <a:gsLst>
                  <a:gs pos="0">
                    <a:srgbClr val="000000">
                      <a:tint val="92000"/>
                      <a:shade val="100000"/>
                      <a:satMod val="150000"/>
                    </a:srgbClr>
                  </a:gs>
                  <a:gs pos="49000">
                    <a:srgbClr val="000000">
                      <a:tint val="89000"/>
                      <a:shade val="90000"/>
                      <a:satMod val="150000"/>
                    </a:srgbClr>
                  </a:gs>
                  <a:gs pos="50000">
                    <a:srgbClr val="000000">
                      <a:tint val="100000"/>
                      <a:shade val="75000"/>
                      <a:satMod val="150000"/>
                    </a:srgbClr>
                  </a:gs>
                  <a:gs pos="95000">
                    <a:srgbClr val="000000">
                      <a:shade val="47000"/>
                      <a:satMod val="150000"/>
                    </a:srgbClr>
                  </a:gs>
                  <a:gs pos="100000">
                    <a:srgbClr val="000000">
                      <a:shade val="39000"/>
                      <a:satMod val="150000"/>
                    </a:srgbClr>
                  </a:gs>
                </a:gsLst>
                <a:lin ang="5400000"/>
              </a:gradFill>
              <a:effectLst>
                <a:outerShdw blurRad="50800" algn="tl" rotWithShape="0">
                  <a:srgbClr val="000000"/>
                </a:outerShdw>
              </a:effectLst>
            </a:endParaRPr>
          </a:p>
        </p:txBody>
      </p:sp>
      <p:pic>
        <p:nvPicPr>
          <p:cNvPr id="1027" name="Picture 3" descr="D:\Course\Teaching\Computer Graphics\CG Website\2010 Computer Graphics\superbible.jpg"/>
          <p:cNvPicPr>
            <a:picLocks noChangeAspect="1" noChangeArrowheads="1"/>
          </p:cNvPicPr>
          <p:nvPr/>
        </p:nvPicPr>
        <p:blipFill>
          <a:blip r:embed="rId2" cstate="print">
            <a:lum contrast="20000"/>
          </a:blip>
          <a:srcRect l="423" r="822"/>
          <a:stretch>
            <a:fillRect/>
          </a:stretch>
        </p:blipFill>
        <p:spPr bwMode="auto">
          <a:xfrm>
            <a:off x="683568" y="2564904"/>
            <a:ext cx="1209451" cy="151216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028" name="Picture 4" descr="D:\Course\Teaching\Computer Graphics\CG Website\2010 Computer Graphics\redbook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123728" y="2564904"/>
            <a:ext cx="1155000" cy="15120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029" name="Picture 5" descr="D:\Course\Teaching\Computer Graphics\CG Website\2010 Computer Graphics\CGtextbook.jpg"/>
          <p:cNvPicPr>
            <a:picLocks noChangeAspect="1" noChangeArrowheads="1"/>
          </p:cNvPicPr>
          <p:nvPr/>
        </p:nvPicPr>
        <p:blipFill>
          <a:blip r:embed="rId4" cstate="print">
            <a:lum bright="-10000" contrast="20000"/>
          </a:blip>
          <a:srcRect/>
          <a:stretch>
            <a:fillRect/>
          </a:stretch>
        </p:blipFill>
        <p:spPr bwMode="auto">
          <a:xfrm>
            <a:off x="1406520" y="4437280"/>
            <a:ext cx="1136387" cy="15120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345</TotalTime>
  <Words>3</Words>
  <Application>Microsoft Office PowerPoint</Application>
  <PresentationFormat>如螢幕大小 (4:3)</PresentationFormat>
  <Paragraphs>2</Paragraphs>
  <Slides>1</Slides>
  <Notes>0</Notes>
  <HiddenSlides>0</HiddenSlides>
  <MMClips>0</MMClips>
  <ScaleCrop>false</ScaleCrop>
  <HeadingPairs>
    <vt:vector size="4" baseType="variant"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2" baseType="lpstr">
      <vt:lpstr>Office 佈景主題</vt:lpstr>
      <vt:lpstr>Computer Graphics</vt:lpstr>
    </vt:vector>
  </TitlesOfParts>
  <Company>VSLab@NCKU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Computer Graphics</dc:title>
  <dc:creator>I-Cheng (Garrett) Yeh</dc:creator>
  <cp:lastModifiedBy>I-Cheng (Garrett) Yeh</cp:lastModifiedBy>
  <cp:revision>34</cp:revision>
  <dcterms:created xsi:type="dcterms:W3CDTF">2010-09-16T04:35:46Z</dcterms:created>
  <dcterms:modified xsi:type="dcterms:W3CDTF">2010-09-16T10:20:52Z</dcterms:modified>
</cp:coreProperties>
</file>